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44" r:id="rId10"/>
    <p:sldId id="339" r:id="rId11"/>
    <p:sldId id="346" r:id="rId12"/>
    <p:sldId id="345" r:id="rId13"/>
    <p:sldId id="340"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9C0C6F-C3C1-4043-81BD-9DB4642B247A}" v="246" dt="2026-09-08T09:58:44.208"/>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oj kumar" userId="732ecbd11342b806" providerId="LiveId" clId="{980E1360-033C-4367-BCCA-F73E405BF0BB}"/>
    <pc:docChg chg="undo custSel modSld">
      <pc:chgData name="Manoj kumar" userId="732ecbd11342b806" providerId="LiveId" clId="{980E1360-033C-4367-BCCA-F73E405BF0BB}" dt="2026-09-08T09:58:44.208" v="361" actId="113"/>
      <pc:docMkLst>
        <pc:docMk/>
      </pc:docMkLst>
      <pc:sldChg chg="delSp modSp mod modAnim">
        <pc:chgData name="Manoj kumar" userId="732ecbd11342b806" providerId="LiveId" clId="{980E1360-033C-4367-BCCA-F73E405BF0BB}" dt="2026-09-08T09:57:27.475" v="327" actId="20577"/>
        <pc:sldMkLst>
          <pc:docMk/>
          <pc:sldMk cId="1341901065" sldId="302"/>
        </pc:sldMkLst>
        <pc:spChg chg="mod">
          <ac:chgData name="Manoj kumar" userId="732ecbd11342b806" providerId="LiveId" clId="{980E1360-033C-4367-BCCA-F73E405BF0BB}" dt="2026-09-08T09:57:27.475" v="327" actId="20577"/>
          <ac:spMkLst>
            <pc:docMk/>
            <pc:sldMk cId="1341901065" sldId="302"/>
            <ac:spMk id="7" creationId="{B21C28F5-3CA3-4B78-B5C9-550C00BB3174}"/>
          </ac:spMkLst>
        </pc:spChg>
        <pc:picChg chg="del">
          <ac:chgData name="Manoj kumar" userId="732ecbd11342b806" providerId="LiveId" clId="{980E1360-033C-4367-BCCA-F73E405BF0BB}" dt="2026-09-08T09:30:27.122" v="177" actId="478"/>
          <ac:picMkLst>
            <pc:docMk/>
            <pc:sldMk cId="1341901065" sldId="302"/>
            <ac:picMk id="2" creationId="{F1FC3E39-8C60-4F64-9838-2A683F25B8C4}"/>
          </ac:picMkLst>
        </pc:picChg>
      </pc:sldChg>
      <pc:sldChg chg="addSp delSp modSp mod modClrScheme modAnim chgLayout">
        <pc:chgData name="Manoj kumar" userId="732ecbd11342b806" providerId="LiveId" clId="{980E1360-033C-4367-BCCA-F73E405BF0BB}" dt="2026-09-08T09:56:09.527" v="289" actId="27636"/>
        <pc:sldMkLst>
          <pc:docMk/>
          <pc:sldMk cId="3696770303" sldId="315"/>
        </pc:sldMkLst>
        <pc:spChg chg="add del mod ord">
          <ac:chgData name="Manoj kumar" userId="732ecbd11342b806" providerId="LiveId" clId="{980E1360-033C-4367-BCCA-F73E405BF0BB}" dt="2026-09-08T09:27:01.450" v="157" actId="700"/>
          <ac:spMkLst>
            <pc:docMk/>
            <pc:sldMk cId="3696770303" sldId="315"/>
            <ac:spMk id="2" creationId="{EDF0551C-23B0-413D-E82D-14346E516CF3}"/>
          </ac:spMkLst>
        </pc:spChg>
        <pc:spChg chg="mod ord">
          <ac:chgData name="Manoj kumar" userId="732ecbd11342b806" providerId="LiveId" clId="{980E1360-033C-4367-BCCA-F73E405BF0BB}" dt="2026-09-08T09:27:16.623" v="159" actId="700"/>
          <ac:spMkLst>
            <pc:docMk/>
            <pc:sldMk cId="3696770303" sldId="315"/>
            <ac:spMk id="3" creationId="{EBF2FBC7-3552-4F01-BB27-8BEEE74F7277}"/>
          </ac:spMkLst>
        </pc:spChg>
        <pc:spChg chg="add del mod ord">
          <ac:chgData name="Manoj kumar" userId="732ecbd11342b806" providerId="LiveId" clId="{980E1360-033C-4367-BCCA-F73E405BF0BB}" dt="2026-09-08T09:27:16.623" v="159" actId="700"/>
          <ac:spMkLst>
            <pc:docMk/>
            <pc:sldMk cId="3696770303" sldId="315"/>
            <ac:spMk id="4" creationId="{05E25D2D-1BD3-F54F-FC08-BE8C5BEDDC87}"/>
          </ac:spMkLst>
        </pc:spChg>
        <pc:spChg chg="add mod">
          <ac:chgData name="Manoj kumar" userId="732ecbd11342b806" providerId="LiveId" clId="{980E1360-033C-4367-BCCA-F73E405BF0BB}" dt="2026-09-08T09:56:09.527" v="289" actId="27636"/>
          <ac:spMkLst>
            <pc:docMk/>
            <pc:sldMk cId="3696770303" sldId="315"/>
            <ac:spMk id="7" creationId="{976722E4-7D7A-EDF3-6E04-9FC39916C2E3}"/>
          </ac:spMkLst>
        </pc:spChg>
        <pc:spChg chg="add mod">
          <ac:chgData name="Manoj kumar" userId="732ecbd11342b806" providerId="LiveId" clId="{980E1360-033C-4367-BCCA-F73E405BF0BB}" dt="2026-09-08T09:27:44.657" v="163"/>
          <ac:spMkLst>
            <pc:docMk/>
            <pc:sldMk cId="3696770303" sldId="315"/>
            <ac:spMk id="8" creationId="{0555D384-8C02-E7D0-9AB1-71B46F061D19}"/>
          </ac:spMkLst>
        </pc:spChg>
      </pc:sldChg>
      <pc:sldChg chg="modSp mod">
        <pc:chgData name="Manoj kumar" userId="732ecbd11342b806" providerId="LiveId" clId="{980E1360-033C-4367-BCCA-F73E405BF0BB}" dt="2026-09-08T09:34:49.400" v="197" actId="14100"/>
        <pc:sldMkLst>
          <pc:docMk/>
          <pc:sldMk cId="3098548442" sldId="327"/>
        </pc:sldMkLst>
        <pc:spChg chg="mod">
          <ac:chgData name="Manoj kumar" userId="732ecbd11342b806" providerId="LiveId" clId="{980E1360-033C-4367-BCCA-F73E405BF0BB}" dt="2026-09-08T09:34:49.400" v="197" actId="14100"/>
          <ac:spMkLst>
            <pc:docMk/>
            <pc:sldMk cId="3098548442" sldId="327"/>
            <ac:spMk id="2" creationId="{E46E4DD1-270B-4C80-AFF0-EB26F132AF36}"/>
          </ac:spMkLst>
        </pc:spChg>
      </pc:sldChg>
      <pc:sldChg chg="modSp mod modAnim">
        <pc:chgData name="Manoj kumar" userId="732ecbd11342b806" providerId="LiveId" clId="{980E1360-033C-4367-BCCA-F73E405BF0BB}" dt="2026-09-08T09:57:01.852" v="317" actId="20577"/>
        <pc:sldMkLst>
          <pc:docMk/>
          <pc:sldMk cId="48075006" sldId="329"/>
        </pc:sldMkLst>
        <pc:spChg chg="mod">
          <ac:chgData name="Manoj kumar" userId="732ecbd11342b806" providerId="LiveId" clId="{980E1360-033C-4367-BCCA-F73E405BF0BB}" dt="2026-09-08T09:57:01.852" v="317" actId="20577"/>
          <ac:spMkLst>
            <pc:docMk/>
            <pc:sldMk cId="48075006" sldId="329"/>
            <ac:spMk id="2" creationId="{664E3B60-2780-459A-8583-F095D5E7463A}"/>
          </ac:spMkLst>
        </pc:spChg>
      </pc:sldChg>
      <pc:sldChg chg="modSp mod modAnim">
        <pc:chgData name="Manoj kumar" userId="732ecbd11342b806" providerId="LiveId" clId="{980E1360-033C-4367-BCCA-F73E405BF0BB}" dt="2026-09-07T18:31:19.302" v="125" actId="1076"/>
        <pc:sldMkLst>
          <pc:docMk/>
          <pc:sldMk cId="1604013440" sldId="338"/>
        </pc:sldMkLst>
        <pc:spChg chg="mod">
          <ac:chgData name="Manoj kumar" userId="732ecbd11342b806" providerId="LiveId" clId="{980E1360-033C-4367-BCCA-F73E405BF0BB}" dt="2026-09-07T18:30:12.798" v="117" actId="1076"/>
          <ac:spMkLst>
            <pc:docMk/>
            <pc:sldMk cId="1604013440" sldId="338"/>
            <ac:spMk id="2" creationId="{7201737A-B873-4D1D-8A41-5ABF5184BC8F}"/>
          </ac:spMkLst>
        </pc:spChg>
        <pc:spChg chg="mod">
          <ac:chgData name="Manoj kumar" userId="732ecbd11342b806" providerId="LiveId" clId="{980E1360-033C-4367-BCCA-F73E405BF0BB}" dt="2026-09-07T18:31:19.302" v="125" actId="1076"/>
          <ac:spMkLst>
            <pc:docMk/>
            <pc:sldMk cId="1604013440" sldId="338"/>
            <ac:spMk id="3" creationId="{17F04107-8754-E47D-3375-529E689711FA}"/>
          </ac:spMkLst>
        </pc:spChg>
        <pc:spChg chg="mod">
          <ac:chgData name="Manoj kumar" userId="732ecbd11342b806" providerId="LiveId" clId="{980E1360-033C-4367-BCCA-F73E405BF0BB}" dt="2026-09-07T18:29:05.762" v="4" actId="1076"/>
          <ac:spMkLst>
            <pc:docMk/>
            <pc:sldMk cId="1604013440" sldId="338"/>
            <ac:spMk id="4" creationId="{92056599-CDAA-4367-BEF8-31D6E32518C8}"/>
          </ac:spMkLst>
        </pc:spChg>
      </pc:sldChg>
      <pc:sldChg chg="addSp modSp mod modAnim">
        <pc:chgData name="Manoj kumar" userId="732ecbd11342b806" providerId="LiveId" clId="{980E1360-033C-4367-BCCA-F73E405BF0BB}" dt="2026-09-08T09:57:35.411" v="328" actId="20577"/>
        <pc:sldMkLst>
          <pc:docMk/>
          <pc:sldMk cId="1086225493" sldId="339"/>
        </pc:sldMkLst>
        <pc:spChg chg="add mod">
          <ac:chgData name="Manoj kumar" userId="732ecbd11342b806" providerId="LiveId" clId="{980E1360-033C-4367-BCCA-F73E405BF0BB}" dt="2026-09-08T09:57:35.411" v="328" actId="20577"/>
          <ac:spMkLst>
            <pc:docMk/>
            <pc:sldMk cId="1086225493" sldId="339"/>
            <ac:spMk id="6" creationId="{95D4B84A-5E6F-8F76-4F7A-95B14C4BF48E}"/>
          </ac:spMkLst>
        </pc:spChg>
        <pc:spChg chg="add mod">
          <ac:chgData name="Manoj kumar" userId="732ecbd11342b806" providerId="LiveId" clId="{980E1360-033C-4367-BCCA-F73E405BF0BB}" dt="2026-09-08T09:45:02.126" v="238"/>
          <ac:spMkLst>
            <pc:docMk/>
            <pc:sldMk cId="1086225493" sldId="339"/>
            <ac:spMk id="9" creationId="{41B60BE4-1933-9EFE-C86C-61571FB58F40}"/>
          </ac:spMkLst>
        </pc:spChg>
        <pc:picChg chg="add mod">
          <ac:chgData name="Manoj kumar" userId="732ecbd11342b806" providerId="LiveId" clId="{980E1360-033C-4367-BCCA-F73E405BF0BB}" dt="2026-09-08T09:46:06.874" v="252" actId="14100"/>
          <ac:picMkLst>
            <pc:docMk/>
            <pc:sldMk cId="1086225493" sldId="339"/>
            <ac:picMk id="3" creationId="{F399F3E0-5863-B325-F199-A0B945791DCD}"/>
          </ac:picMkLst>
        </pc:picChg>
      </pc:sldChg>
      <pc:sldChg chg="addSp modSp mod modAnim">
        <pc:chgData name="Manoj kumar" userId="732ecbd11342b806" providerId="LiveId" clId="{980E1360-033C-4367-BCCA-F73E405BF0BB}" dt="2026-09-08T09:57:42.743" v="329" actId="20577"/>
        <pc:sldMkLst>
          <pc:docMk/>
          <pc:sldMk cId="3849627828" sldId="340"/>
        </pc:sldMkLst>
        <pc:spChg chg="add mod">
          <ac:chgData name="Manoj kumar" userId="732ecbd11342b806" providerId="LiveId" clId="{980E1360-033C-4367-BCCA-F73E405BF0BB}" dt="2026-09-08T09:57:42.743" v="329" actId="20577"/>
          <ac:spMkLst>
            <pc:docMk/>
            <pc:sldMk cId="3849627828" sldId="340"/>
            <ac:spMk id="6" creationId="{823B4E1D-6F60-39EF-B4AC-16F8BA54C094}"/>
          </ac:spMkLst>
        </pc:spChg>
        <pc:picChg chg="add mod">
          <ac:chgData name="Manoj kumar" userId="732ecbd11342b806" providerId="LiveId" clId="{980E1360-033C-4367-BCCA-F73E405BF0BB}" dt="2026-09-08T09:47:13.221" v="263" actId="1076"/>
          <ac:picMkLst>
            <pc:docMk/>
            <pc:sldMk cId="3849627828" sldId="340"/>
            <ac:picMk id="3" creationId="{352FF55C-0D86-35AC-1B23-50A7894A7E9F}"/>
          </ac:picMkLst>
        </pc:picChg>
      </pc:sldChg>
      <pc:sldChg chg="addSp delSp modSp mod delAnim modAnim">
        <pc:chgData name="Manoj kumar" userId="732ecbd11342b806" providerId="LiveId" clId="{980E1360-033C-4367-BCCA-F73E405BF0BB}" dt="2026-09-08T09:58:44.208" v="361" actId="113"/>
        <pc:sldMkLst>
          <pc:docMk/>
          <pc:sldMk cId="776828144" sldId="341"/>
        </pc:sldMkLst>
        <pc:spChg chg="add mod">
          <ac:chgData name="Manoj kumar" userId="732ecbd11342b806" providerId="LiveId" clId="{980E1360-033C-4367-BCCA-F73E405BF0BB}" dt="2026-09-08T09:58:44.208" v="361" actId="113"/>
          <ac:spMkLst>
            <pc:docMk/>
            <pc:sldMk cId="776828144" sldId="341"/>
            <ac:spMk id="2" creationId="{2F7FD89E-7D65-DE75-0363-2DB7D956B5F5}"/>
          </ac:spMkLst>
        </pc:spChg>
        <pc:spChg chg="add del mod">
          <ac:chgData name="Manoj kumar" userId="732ecbd11342b806" providerId="LiveId" clId="{980E1360-033C-4367-BCCA-F73E405BF0BB}" dt="2026-09-08T09:36:35.382" v="219"/>
          <ac:spMkLst>
            <pc:docMk/>
            <pc:sldMk cId="776828144" sldId="341"/>
            <ac:spMk id="3" creationId="{80B8481A-ED68-518C-EA63-E6106756863B}"/>
          </ac:spMkLst>
        </pc:spChg>
        <pc:spChg chg="mod">
          <ac:chgData name="Manoj kumar" userId="732ecbd11342b806" providerId="LiveId" clId="{980E1360-033C-4367-BCCA-F73E405BF0BB}" dt="2026-09-08T09:37:30.928" v="225" actId="1076"/>
          <ac:spMkLst>
            <pc:docMk/>
            <pc:sldMk cId="776828144" sldId="341"/>
            <ac:spMk id="4" creationId="{9B097C2C-D75A-31D4-CD9F-366F39CDE51D}"/>
          </ac:spMkLst>
        </pc:spChg>
        <pc:spChg chg="add del mod">
          <ac:chgData name="Manoj kumar" userId="732ecbd11342b806" providerId="LiveId" clId="{980E1360-033C-4367-BCCA-F73E405BF0BB}" dt="2026-09-08T09:36:37.518" v="222"/>
          <ac:spMkLst>
            <pc:docMk/>
            <pc:sldMk cId="776828144" sldId="341"/>
            <ac:spMk id="6" creationId="{938C9E42-DEEF-F8C8-288C-68F6B9F9F5CB}"/>
          </ac:spMkLst>
        </pc:spChg>
        <pc:spChg chg="del">
          <ac:chgData name="Manoj kumar" userId="732ecbd11342b806" providerId="LiveId" clId="{980E1360-033C-4367-BCCA-F73E405BF0BB}" dt="2026-09-08T09:36:28.422" v="216" actId="478"/>
          <ac:spMkLst>
            <pc:docMk/>
            <pc:sldMk cId="776828144" sldId="341"/>
            <ac:spMk id="8" creationId="{2C8A8B73-0C64-E012-F561-D7FE5E322230}"/>
          </ac:spMkLst>
        </pc:spChg>
      </pc:sldChg>
      <pc:sldChg chg="modSp mod">
        <pc:chgData name="Manoj kumar" userId="732ecbd11342b806" providerId="LiveId" clId="{980E1360-033C-4367-BCCA-F73E405BF0BB}" dt="2026-09-08T09:54:31.663" v="283" actId="1076"/>
        <pc:sldMkLst>
          <pc:docMk/>
          <pc:sldMk cId="3863610428" sldId="342"/>
        </pc:sldMkLst>
        <pc:spChg chg="mod">
          <ac:chgData name="Manoj kumar" userId="732ecbd11342b806" providerId="LiveId" clId="{980E1360-033C-4367-BCCA-F73E405BF0BB}" dt="2026-09-08T09:54:31.663" v="283" actId="1076"/>
          <ac:spMkLst>
            <pc:docMk/>
            <pc:sldMk cId="3863610428" sldId="342"/>
            <ac:spMk id="3" creationId="{5F0B37E4-66B1-8633-7266-68B321742757}"/>
          </ac:spMkLst>
        </pc:spChg>
      </pc:sldChg>
      <pc:sldChg chg="addSp modSp mod">
        <pc:chgData name="Manoj kumar" userId="732ecbd11342b806" providerId="LiveId" clId="{980E1360-033C-4367-BCCA-F73E405BF0BB}" dt="2026-09-07T18:33:49.366" v="132" actId="14100"/>
        <pc:sldMkLst>
          <pc:docMk/>
          <pc:sldMk cId="3962802212" sldId="343"/>
        </pc:sldMkLst>
        <pc:picChg chg="add mod">
          <ac:chgData name="Manoj kumar" userId="732ecbd11342b806" providerId="LiveId" clId="{980E1360-033C-4367-BCCA-F73E405BF0BB}" dt="2026-09-07T18:33:49.366" v="132" actId="14100"/>
          <ac:picMkLst>
            <pc:docMk/>
            <pc:sldMk cId="3962802212" sldId="343"/>
            <ac:picMk id="3" creationId="{BB6C53B7-00CB-5D07-07DC-60AA9B5328EC}"/>
          </ac:picMkLst>
        </pc:picChg>
      </pc:sldChg>
      <pc:sldChg chg="addSp modSp mod modAnim">
        <pc:chgData name="Manoj kumar" userId="732ecbd11342b806" providerId="LiveId" clId="{980E1360-033C-4367-BCCA-F73E405BF0BB}" dt="2026-09-08T09:57:49.317" v="331" actId="20577"/>
        <pc:sldMkLst>
          <pc:docMk/>
          <pc:sldMk cId="1698901770" sldId="344"/>
        </pc:sldMkLst>
        <pc:spChg chg="add mod">
          <ac:chgData name="Manoj kumar" userId="732ecbd11342b806" providerId="LiveId" clId="{980E1360-033C-4367-BCCA-F73E405BF0BB}" dt="2026-09-08T09:57:49.317" v="331" actId="20577"/>
          <ac:spMkLst>
            <pc:docMk/>
            <pc:sldMk cId="1698901770" sldId="344"/>
            <ac:spMk id="6" creationId="{2A29D559-F3B8-AC68-599C-DBBE4F859B12}"/>
          </ac:spMkLst>
        </pc:spChg>
        <pc:picChg chg="add mod">
          <ac:chgData name="Manoj kumar" userId="732ecbd11342b806" providerId="LiveId" clId="{980E1360-033C-4367-BCCA-F73E405BF0BB}" dt="2026-09-08T09:48:41.838" v="273" actId="14100"/>
          <ac:picMkLst>
            <pc:docMk/>
            <pc:sldMk cId="1698901770" sldId="344"/>
            <ac:picMk id="3" creationId="{DD5BD045-588A-DDD1-A05B-45989FAE0ACB}"/>
          </ac:picMkLst>
        </pc:picChg>
      </pc:sldChg>
      <pc:sldChg chg="addSp modSp mod modAnim">
        <pc:chgData name="Manoj kumar" userId="732ecbd11342b806" providerId="LiveId" clId="{980E1360-033C-4367-BCCA-F73E405BF0BB}" dt="2026-09-08T09:57:55.773" v="333" actId="20577"/>
        <pc:sldMkLst>
          <pc:docMk/>
          <pc:sldMk cId="1903979828" sldId="345"/>
        </pc:sldMkLst>
        <pc:spChg chg="add mod">
          <ac:chgData name="Manoj kumar" userId="732ecbd11342b806" providerId="LiveId" clId="{980E1360-033C-4367-BCCA-F73E405BF0BB}" dt="2026-09-08T09:57:55.773" v="333" actId="20577"/>
          <ac:spMkLst>
            <pc:docMk/>
            <pc:sldMk cId="1903979828" sldId="345"/>
            <ac:spMk id="6" creationId="{AB4D2CDE-460D-AE2A-5E44-0B63BC90480C}"/>
          </ac:spMkLst>
        </pc:spChg>
        <pc:picChg chg="add mod">
          <ac:chgData name="Manoj kumar" userId="732ecbd11342b806" providerId="LiveId" clId="{980E1360-033C-4367-BCCA-F73E405BF0BB}" dt="2026-09-08T09:49:03.925" v="275" actId="14100"/>
          <ac:picMkLst>
            <pc:docMk/>
            <pc:sldMk cId="1903979828" sldId="345"/>
            <ac:picMk id="3" creationId="{8A3837CA-DD03-872A-8E3D-95F0A8FA60AB}"/>
          </ac:picMkLst>
        </pc:picChg>
      </pc:sldChg>
      <pc:sldChg chg="addSp modSp mod modAnim">
        <pc:chgData name="Manoj kumar" userId="732ecbd11342b806" providerId="LiveId" clId="{980E1360-033C-4367-BCCA-F73E405BF0BB}" dt="2026-09-08T09:58:03.926" v="337" actId="20577"/>
        <pc:sldMkLst>
          <pc:docMk/>
          <pc:sldMk cId="1421522261" sldId="346"/>
        </pc:sldMkLst>
        <pc:spChg chg="add mod">
          <ac:chgData name="Manoj kumar" userId="732ecbd11342b806" providerId="LiveId" clId="{980E1360-033C-4367-BCCA-F73E405BF0BB}" dt="2026-09-08T09:58:03.926" v="337" actId="20577"/>
          <ac:spMkLst>
            <pc:docMk/>
            <pc:sldMk cId="1421522261" sldId="346"/>
            <ac:spMk id="6" creationId="{5003E4B7-E3DF-6D8A-5B28-F2095421017B}"/>
          </ac:spMkLst>
        </pc:spChg>
        <pc:picChg chg="add mod">
          <ac:chgData name="Manoj kumar" userId="732ecbd11342b806" providerId="LiveId" clId="{980E1360-033C-4367-BCCA-F73E405BF0BB}" dt="2026-09-08T09:49:28.625" v="277" actId="14100"/>
          <ac:picMkLst>
            <pc:docMk/>
            <pc:sldMk cId="1421522261" sldId="346"/>
            <ac:picMk id="3" creationId="{2A2905C0-28EF-1E7E-BAE2-FA28B5E065E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35768" y="3418560"/>
            <a:ext cx="6910096" cy="861497"/>
          </a:xfrm>
        </p:spPr>
        <p:txBody>
          <a:bodyPr vert="horz" lIns="91440" tIns="45720" rIns="91440" bIns="45720" rtlCol="0" anchor="t">
            <a:normAutofit/>
          </a:bodyPr>
          <a:lstStyle/>
          <a:p>
            <a:r>
              <a:rPr lang="en-US" b="0" dirty="0">
                <a:solidFill>
                  <a:schemeClr val="tx1"/>
                </a:solidFill>
              </a:rPr>
              <a:t>KEERTHI REDDY S</a:t>
            </a:r>
            <a:endParaRPr lang="en-IN" b="0" dirty="0">
              <a:solidFill>
                <a:schemeClr val="tx1"/>
              </a:solidFill>
            </a:endParaRPr>
          </a:p>
          <a:p>
            <a:r>
              <a:rPr lang="en-IN" b="0" dirty="0">
                <a:solidFill>
                  <a:schemeClr val="tx1"/>
                </a:solidFill>
              </a:rPr>
              <a:t>B.M.S INSTITUTE OF TECHNOLOGY AND MANAGEMENT</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35768" y="2819767"/>
            <a:ext cx="9781252" cy="743448"/>
          </a:xfrm>
        </p:spPr>
        <p:txBody>
          <a:bodyPr>
            <a:normAutofit fontScale="90000"/>
          </a:bodyPr>
          <a:lstStyle/>
          <a:p>
            <a:r>
              <a:rPr lang="en-GB" sz="3200" dirty="0"/>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35768" y="4289814"/>
            <a:ext cx="6114322" cy="369332"/>
          </a:xfrm>
          <a:prstGeom prst="rect">
            <a:avLst/>
          </a:prstGeom>
          <a:noFill/>
        </p:spPr>
        <p:txBody>
          <a:bodyPr wrap="square" rtlCol="0">
            <a:spAutoFit/>
          </a:bodyPr>
          <a:lstStyle/>
          <a:p>
            <a:r>
              <a:rPr lang="en-US" b="1" dirty="0"/>
              <a:t>AICTE STU ID : STU694b9ee643a831766563558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50537" y="2102230"/>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1">
            <a:extLst>
              <a:ext uri="{FF2B5EF4-FFF2-40B4-BE49-F238E27FC236}">
                <a16:creationId xmlns:a16="http://schemas.microsoft.com/office/drawing/2014/main" id="{976722E4-7D7A-EDF3-6E04-9FC39916C2E3}"/>
              </a:ext>
            </a:extLst>
          </p:cNvPr>
          <p:cNvSpPr>
            <a:spLocks noGrp="1"/>
          </p:cNvSpPr>
          <p:nvPr>
            <p:ph type="body" sz="quarter" idx="12"/>
          </p:nvPr>
        </p:nvSpPr>
        <p:spPr>
          <a:xfrm>
            <a:off x="660399" y="2111560"/>
            <a:ext cx="9015446" cy="3841371"/>
          </a:xfrm>
        </p:spPr>
        <p:txBody>
          <a:bodyPr vert="horz" lIns="91440" tIns="45720" rIns="91440" bIns="45720" rtlCol="0" anchor="t">
            <a:normAutofit lnSpcReduction="10000"/>
          </a:bodyPr>
          <a:lstStyle/>
          <a:p>
            <a:pPr lvl="0"/>
            <a:r>
              <a:rPr lang="en-IN" sz="1600" dirty="0"/>
              <a:t>Dataset of 4,000 records covering 8 states, 10 districts, 8 crops, and 3 seasons (Kharif, Rabi, Zaid)</a:t>
            </a:r>
          </a:p>
          <a:p>
            <a:pPr lvl="0"/>
            <a:r>
              <a:rPr lang="en-IN" sz="1600" dirty="0"/>
              <a:t>Addresses the problem statement that seasonal variations in environmental conditions, farming practices, and resources affect agricultural performance in ways raw data alone doesn't explain</a:t>
            </a:r>
          </a:p>
          <a:p>
            <a:pPr lvl="0"/>
            <a:r>
              <a:rPr lang="en-IN" sz="1600" dirty="0"/>
              <a:t>Investigates how yield, profit, water efficiency, and disease/pest risk vary across seasons</a:t>
            </a:r>
          </a:p>
          <a:p>
            <a:pPr lvl="0"/>
            <a:r>
              <a:rPr lang="en-IN" sz="1600" dirty="0"/>
              <a:t>Built using Python, Pandas, NumPy, Matplotlib, and Seaborn</a:t>
            </a:r>
          </a:p>
          <a:p>
            <a:pPr lvl="0"/>
            <a:r>
              <a:rPr lang="en-IN" sz="1600" dirty="0"/>
              <a:t>Involves data cleaning, statistical analysis, visualization, correlation analysis, and ANOVA significance testing</a:t>
            </a:r>
          </a:p>
          <a:p>
            <a:pPr lvl="0"/>
            <a:r>
              <a:rPr lang="en-IN" sz="1600" dirty="0"/>
              <a:t>Includes 3 original student-designed analyses beyond the core seasonal comparison</a:t>
            </a:r>
          </a:p>
          <a:p>
            <a:pPr lvl="0"/>
            <a:r>
              <a:rPr lang="en-IN" sz="1600" dirty="0"/>
              <a:t>Concludes with 8 evidence-based insights and data-driven recommendations to support evidence-based agricultural planning</a:t>
            </a:r>
          </a:p>
          <a:p>
            <a:pPr lvl="0"/>
            <a:r>
              <a:rPr lang="en-IN" sz="1600" dirty="0"/>
              <a:t>Pure data analytics scope — no machine learning or dashboard development involved</a:t>
            </a:r>
            <a:endParaRPr lang="en-IN" sz="1600" dirty="0">
              <a:effectLst/>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8889172" cy="3990023"/>
          </a:xfrm>
        </p:spPr>
        <p:txBody>
          <a:bodyPr>
            <a:normAutofit lnSpcReduction="10000"/>
          </a:bodyPr>
          <a:lstStyle/>
          <a:p>
            <a:pPr lvl="0" algn="just"/>
            <a:r>
              <a:rPr lang="en-IN" sz="1800" b="1" dirty="0"/>
              <a:t>Farmers</a:t>
            </a:r>
            <a:r>
              <a:rPr lang="en-IN" sz="1800" dirty="0"/>
              <a:t> : to understand which seasons, crops, and irrigation methods yield better returns</a:t>
            </a:r>
          </a:p>
          <a:p>
            <a:pPr lvl="0" algn="just"/>
            <a:r>
              <a:rPr lang="en-IN" sz="1800" b="1" dirty="0"/>
              <a:t>Agricultural policymakers or government bodies</a:t>
            </a:r>
            <a:r>
              <a:rPr lang="en-IN" sz="1800" dirty="0"/>
              <a:t> : to plan season-specific support schemes, subsidies, or advisories</a:t>
            </a:r>
          </a:p>
          <a:p>
            <a:pPr lvl="0" algn="just"/>
            <a:r>
              <a:rPr lang="en-IN" sz="1800" b="1" dirty="0"/>
              <a:t>Agri-extension officers or advisors</a:t>
            </a:r>
            <a:r>
              <a:rPr lang="en-IN" sz="1800" dirty="0"/>
              <a:t> : to guide farmers on crop and resource choices per season</a:t>
            </a:r>
          </a:p>
          <a:p>
            <a:pPr lvl="0" algn="just"/>
            <a:r>
              <a:rPr lang="en-IN" sz="1800" b="1" dirty="0"/>
              <a:t>Agricultural researchers and students</a:t>
            </a:r>
            <a:r>
              <a:rPr lang="en-IN" sz="1800" dirty="0"/>
              <a:t> : to build on this analysis for deeper regional or crop-specific studies</a:t>
            </a:r>
          </a:p>
          <a:p>
            <a:pPr lvl="0" algn="just"/>
            <a:r>
              <a:rPr lang="en-IN" sz="1800" b="1" dirty="0"/>
              <a:t>Financial institutions (</a:t>
            </a:r>
            <a:r>
              <a:rPr lang="en-IN" sz="1800" b="1" dirty="0" err="1"/>
              <a:t>agri</a:t>
            </a:r>
            <a:r>
              <a:rPr lang="en-IN" sz="1800" b="1" dirty="0"/>
              <a:t>-lenders, insurers)</a:t>
            </a:r>
            <a:r>
              <a:rPr lang="en-IN" sz="1800" dirty="0"/>
              <a:t> : to assess seasonal risk when offering crop loans or insurance</a:t>
            </a:r>
          </a:p>
          <a:p>
            <a:pPr lvl="0" algn="just"/>
            <a:r>
              <a:rPr lang="en-IN" sz="1800" b="1" dirty="0"/>
              <a:t>Agribusiness and supply chain planners</a:t>
            </a:r>
            <a:r>
              <a:rPr lang="en-IN" sz="1800" dirty="0"/>
              <a:t> : to anticipate seasonal production and profitability trends for planning procurement</a:t>
            </a:r>
          </a:p>
          <a:p>
            <a:pPr algn="just">
              <a:lnSpc>
                <a:spcPct val="150000"/>
              </a:lnSpc>
            </a:pPr>
            <a:endParaRPr lang="en-IN" sz="1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399" y="1463105"/>
            <a:ext cx="9027702" cy="5243448"/>
          </a:xfrm>
        </p:spPr>
        <p:txBody>
          <a:bodyPr/>
          <a:lstStyle/>
          <a:p>
            <a:pPr lvl="0"/>
            <a:r>
              <a:rPr lang="en-IN" b="1" dirty="0"/>
              <a:t>Language:</a:t>
            </a:r>
            <a:r>
              <a:rPr lang="en-IN" dirty="0"/>
              <a:t> Python</a:t>
            </a:r>
          </a:p>
          <a:p>
            <a:pPr lvl="0"/>
            <a:r>
              <a:rPr lang="en-IN" b="1" dirty="0"/>
              <a:t>Data Handling:</a:t>
            </a:r>
            <a:r>
              <a:rPr lang="en-IN" dirty="0"/>
              <a:t> Pandas, NumPy</a:t>
            </a:r>
          </a:p>
          <a:p>
            <a:pPr lvl="0"/>
            <a:r>
              <a:rPr lang="en-IN" b="1" dirty="0"/>
              <a:t>Visualization:</a:t>
            </a:r>
            <a:r>
              <a:rPr lang="en-IN" dirty="0"/>
              <a:t> Matplotlib, Seaborn</a:t>
            </a:r>
          </a:p>
          <a:p>
            <a:pPr lvl="0"/>
            <a:r>
              <a:rPr lang="en-IN" b="1" dirty="0"/>
              <a:t>Statistical Analysis:</a:t>
            </a:r>
            <a:r>
              <a:rPr lang="en-IN" dirty="0"/>
              <a:t> SciPy (ANOVA or hypothesis testing)</a:t>
            </a:r>
          </a:p>
          <a:p>
            <a:pPr lvl="0"/>
            <a:r>
              <a:rPr lang="en-IN" b="1" dirty="0"/>
              <a:t>Environment:</a:t>
            </a:r>
            <a:r>
              <a:rPr lang="en-IN" dirty="0"/>
              <a:t> Google </a:t>
            </a:r>
            <a:r>
              <a:rPr lang="en-IN" dirty="0" err="1"/>
              <a:t>Colab</a:t>
            </a:r>
            <a:r>
              <a:rPr lang="en-IN" dirty="0"/>
              <a:t> (Jupyter Notebook)</a:t>
            </a:r>
          </a:p>
          <a:p>
            <a:pPr lvl="0"/>
            <a:r>
              <a:rPr lang="en-IN" b="1" dirty="0"/>
              <a:t>Data Storage:</a:t>
            </a:r>
            <a:r>
              <a:rPr lang="en-IN" dirty="0"/>
              <a:t> CSV (Comma Separated Values) dataset</a:t>
            </a:r>
          </a:p>
          <a:p>
            <a:pPr lvl="0"/>
            <a:r>
              <a:rPr lang="en-IN" b="1" dirty="0"/>
              <a:t>Version or File Management:</a:t>
            </a:r>
            <a:r>
              <a:rPr lang="en-IN" dirty="0"/>
              <a:t> Google Drive integration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DD5BD045-588A-DDD1-A05B-45989FAE0ACB}"/>
              </a:ext>
            </a:extLst>
          </p:cNvPr>
          <p:cNvPicPr>
            <a:picLocks noChangeAspect="1"/>
          </p:cNvPicPr>
          <p:nvPr/>
        </p:nvPicPr>
        <p:blipFill>
          <a:blip r:embed="rId3"/>
          <a:stretch>
            <a:fillRect/>
          </a:stretch>
        </p:blipFill>
        <p:spPr>
          <a:xfrm>
            <a:off x="675957" y="1275371"/>
            <a:ext cx="8150802" cy="3991436"/>
          </a:xfrm>
          <a:prstGeom prst="rect">
            <a:avLst/>
          </a:prstGeom>
        </p:spPr>
      </p:pic>
      <p:sp>
        <p:nvSpPr>
          <p:cNvPr id="6" name="Text Placeholder 1">
            <a:extLst>
              <a:ext uri="{FF2B5EF4-FFF2-40B4-BE49-F238E27FC236}">
                <a16:creationId xmlns:a16="http://schemas.microsoft.com/office/drawing/2014/main" id="{2A29D559-F3B8-AC68-599C-DBBE4F859B12}"/>
              </a:ext>
            </a:extLst>
          </p:cNvPr>
          <p:cNvSpPr txBox="1">
            <a:spLocks/>
          </p:cNvSpPr>
          <p:nvPr/>
        </p:nvSpPr>
        <p:spPr>
          <a:xfrm>
            <a:off x="517337" y="5390826"/>
            <a:ext cx="8393398" cy="1238129"/>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IN" sz="1800" dirty="0"/>
              <a:t>The three seasons look nearly identical all have tightly compressed boxes near 0–5 t/ha with a long stack of high-yield outliers (up to ~100 t/ha, from Sugarcane), confirming that yield doesn't meaningfully differ by season.</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animEffect transition="in" filter="fade">
                                      <p:cBhvr>
                                        <p:cTn id="35" dur="1000"/>
                                        <p:tgtEl>
                                          <p:spTgt spid="6">
                                            <p:txEl>
                                              <p:pRg st="0" end="0"/>
                                            </p:txEl>
                                          </p:spTgt>
                                        </p:tgtEl>
                                      </p:cBhvr>
                                    </p:animEffect>
                                    <p:anim calcmode="lin" valueType="num">
                                      <p:cBhvr>
                                        <p:cTn id="3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399F3E0-5863-B325-F199-A0B945791DCD}"/>
              </a:ext>
            </a:extLst>
          </p:cNvPr>
          <p:cNvPicPr>
            <a:picLocks noChangeAspect="1"/>
          </p:cNvPicPr>
          <p:nvPr/>
        </p:nvPicPr>
        <p:blipFill>
          <a:blip r:embed="rId3"/>
          <a:stretch>
            <a:fillRect/>
          </a:stretch>
        </p:blipFill>
        <p:spPr>
          <a:xfrm>
            <a:off x="675957" y="1365564"/>
            <a:ext cx="8113480" cy="3550987"/>
          </a:xfrm>
          <a:prstGeom prst="rect">
            <a:avLst/>
          </a:prstGeom>
        </p:spPr>
      </p:pic>
      <p:sp>
        <p:nvSpPr>
          <p:cNvPr id="6" name="Text Placeholder 1">
            <a:extLst>
              <a:ext uri="{FF2B5EF4-FFF2-40B4-BE49-F238E27FC236}">
                <a16:creationId xmlns:a16="http://schemas.microsoft.com/office/drawing/2014/main" id="{95D4B84A-5E6F-8F76-4F7A-95B14C4BF48E}"/>
              </a:ext>
            </a:extLst>
          </p:cNvPr>
          <p:cNvSpPr>
            <a:spLocks noGrp="1"/>
          </p:cNvSpPr>
          <p:nvPr>
            <p:ph type="body" sz="quarter" idx="12"/>
          </p:nvPr>
        </p:nvSpPr>
        <p:spPr>
          <a:xfrm>
            <a:off x="508007" y="5150156"/>
            <a:ext cx="8393398" cy="1238129"/>
          </a:xfrm>
        </p:spPr>
        <p:txBody>
          <a:bodyPr vert="horz" lIns="91440" tIns="45720" rIns="91440" bIns="45720" rtlCol="0" anchor="t">
            <a:normAutofit/>
          </a:bodyPr>
          <a:lstStyle/>
          <a:p>
            <a:pPr algn="just">
              <a:lnSpc>
                <a:spcPct val="100000"/>
              </a:lnSpc>
            </a:pPr>
            <a:r>
              <a:rPr lang="en-IN" sz="1800" dirty="0" err="1"/>
              <a:t>Rainfall_mm</a:t>
            </a:r>
            <a:r>
              <a:rPr lang="en-IN" sz="1800" dirty="0"/>
              <a:t> has the most missing values (48), followed by </a:t>
            </a:r>
            <a:r>
              <a:rPr lang="en-IN" sz="1800" dirty="0" err="1"/>
              <a:t>Soil_Moisture_pct</a:t>
            </a:r>
            <a:r>
              <a:rPr lang="en-IN" sz="1800" dirty="0"/>
              <a:t> (40), then </a:t>
            </a:r>
            <a:r>
              <a:rPr lang="en-IN" sz="1800" dirty="0" err="1"/>
              <a:t>Yield_Tonnes_Ha</a:t>
            </a:r>
            <a:r>
              <a:rPr lang="en-IN" sz="1800" dirty="0"/>
              <a:t> (32)  all small enough (under 1.25% each) to safely fill with the median instead of dropping rows.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fade">
                                      <p:cBhvr>
                                        <p:cTn id="28" dur="1000"/>
                                        <p:tgtEl>
                                          <p:spTgt spid="6">
                                            <p:txEl>
                                              <p:pRg st="0" end="0"/>
                                            </p:txEl>
                                          </p:spTgt>
                                        </p:tgtEl>
                                      </p:cBhvr>
                                    </p:animEffect>
                                    <p:anim calcmode="lin" valueType="num">
                                      <p:cBhvr>
                                        <p:cTn id="29"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A2905C0-28EF-1E7E-BAE2-FA28B5E065E4}"/>
              </a:ext>
            </a:extLst>
          </p:cNvPr>
          <p:cNvPicPr>
            <a:picLocks noChangeAspect="1"/>
          </p:cNvPicPr>
          <p:nvPr/>
        </p:nvPicPr>
        <p:blipFill>
          <a:blip r:embed="rId3"/>
          <a:stretch>
            <a:fillRect/>
          </a:stretch>
        </p:blipFill>
        <p:spPr>
          <a:xfrm>
            <a:off x="807164" y="1431693"/>
            <a:ext cx="7646372" cy="3517095"/>
          </a:xfrm>
          <a:prstGeom prst="rect">
            <a:avLst/>
          </a:prstGeom>
        </p:spPr>
      </p:pic>
      <p:sp>
        <p:nvSpPr>
          <p:cNvPr id="6" name="Text Placeholder 1">
            <a:extLst>
              <a:ext uri="{FF2B5EF4-FFF2-40B4-BE49-F238E27FC236}">
                <a16:creationId xmlns:a16="http://schemas.microsoft.com/office/drawing/2014/main" id="{5003E4B7-E3DF-6D8A-5B28-F2095421017B}"/>
              </a:ext>
            </a:extLst>
          </p:cNvPr>
          <p:cNvSpPr txBox="1">
            <a:spLocks/>
          </p:cNvSpPr>
          <p:nvPr/>
        </p:nvSpPr>
        <p:spPr>
          <a:xfrm>
            <a:off x="517336" y="5249282"/>
            <a:ext cx="8505365" cy="1238129"/>
          </a:xfrm>
          <a:prstGeom prst="rect">
            <a:avLst/>
          </a:prstGeom>
        </p:spPr>
        <p:txBody>
          <a:bodyPr vert="horz" lIns="91440" tIns="45720" rIns="91440" bIns="45720" rtlCol="0" anchor="t">
            <a:normAutofit fontScale="92500" lnSpcReduction="20000"/>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IN" sz="1800" dirty="0"/>
              <a:t>Temperature, Rainfall, and Humidity each cluster into clearly separate </a:t>
            </a:r>
            <a:r>
              <a:rPr lang="en-IN" sz="1800" dirty="0" err="1"/>
              <a:t>colors</a:t>
            </a:r>
            <a:r>
              <a:rPr lang="en-IN" sz="1800" dirty="0"/>
              <a:t> by season confirming the seasons are environmentally distinct but the two rightmost columns (Yield, Profit, cut off here) show </a:t>
            </a:r>
            <a:r>
              <a:rPr lang="en-IN" sz="1800" dirty="0" err="1"/>
              <a:t>colors</a:t>
            </a:r>
            <a:r>
              <a:rPr lang="en-IN" sz="1800" dirty="0"/>
              <a:t> overlapping rather than separating, reinforcing that seasonal identity shapes the </a:t>
            </a:r>
            <a:r>
              <a:rPr lang="en-IN" sz="1800" i="1" dirty="0"/>
              <a:t>environment</a:t>
            </a:r>
            <a:r>
              <a:rPr lang="en-IN" sz="1800" dirty="0"/>
              <a:t> strongly but not the </a:t>
            </a:r>
            <a:r>
              <a:rPr lang="en-IN" sz="1800" i="1" dirty="0"/>
              <a:t>output</a:t>
            </a:r>
            <a:r>
              <a:rPr lang="en-IN" sz="1800" dirty="0"/>
              <a:t> nearly as much.</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animEffect transition="in" filter="fade">
                                      <p:cBhvr>
                                        <p:cTn id="35" dur="1000"/>
                                        <p:tgtEl>
                                          <p:spTgt spid="6">
                                            <p:txEl>
                                              <p:pRg st="0" end="0"/>
                                            </p:txEl>
                                          </p:spTgt>
                                        </p:tgtEl>
                                      </p:cBhvr>
                                    </p:animEffect>
                                    <p:anim calcmode="lin" valueType="num">
                                      <p:cBhvr>
                                        <p:cTn id="3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A3837CA-DD03-872A-8E3D-95F0A8FA60AB}"/>
              </a:ext>
            </a:extLst>
          </p:cNvPr>
          <p:cNvPicPr>
            <a:picLocks noChangeAspect="1"/>
          </p:cNvPicPr>
          <p:nvPr/>
        </p:nvPicPr>
        <p:blipFill>
          <a:blip r:embed="rId3"/>
          <a:stretch>
            <a:fillRect/>
          </a:stretch>
        </p:blipFill>
        <p:spPr>
          <a:xfrm>
            <a:off x="476905" y="1201586"/>
            <a:ext cx="8872368" cy="3870147"/>
          </a:xfrm>
          <a:prstGeom prst="rect">
            <a:avLst/>
          </a:prstGeom>
        </p:spPr>
      </p:pic>
      <p:sp>
        <p:nvSpPr>
          <p:cNvPr id="6" name="Text Placeholder 1">
            <a:extLst>
              <a:ext uri="{FF2B5EF4-FFF2-40B4-BE49-F238E27FC236}">
                <a16:creationId xmlns:a16="http://schemas.microsoft.com/office/drawing/2014/main" id="{AB4D2CDE-460D-AE2A-5E44-0B63BC90480C}"/>
              </a:ext>
            </a:extLst>
          </p:cNvPr>
          <p:cNvSpPr txBox="1">
            <a:spLocks/>
          </p:cNvSpPr>
          <p:nvPr/>
        </p:nvSpPr>
        <p:spPr>
          <a:xfrm>
            <a:off x="517337" y="5249282"/>
            <a:ext cx="8393398" cy="1238129"/>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IN" sz="1800" dirty="0"/>
              <a:t>The relationship is weak most points sit flat near 0 regardless of farm area, but a fanned-out upper band shows production rising with area for some crops (likely Sugarcane), meaning farm size alone doesn't reliably predict production; crop type matters more.</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animEffect transition="in" filter="fade">
                                      <p:cBhvr>
                                        <p:cTn id="35" dur="1000"/>
                                        <p:tgtEl>
                                          <p:spTgt spid="6">
                                            <p:txEl>
                                              <p:pRg st="0" end="0"/>
                                            </p:txEl>
                                          </p:spTgt>
                                        </p:tgtEl>
                                      </p:cBhvr>
                                    </p:animEffect>
                                    <p:anim calcmode="lin" valueType="num">
                                      <p:cBhvr>
                                        <p:cTn id="3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352FF55C-0D86-35AC-1B23-50A7894A7E9F}"/>
              </a:ext>
            </a:extLst>
          </p:cNvPr>
          <p:cNvPicPr>
            <a:picLocks noChangeAspect="1"/>
          </p:cNvPicPr>
          <p:nvPr/>
        </p:nvPicPr>
        <p:blipFill>
          <a:blip r:embed="rId3"/>
          <a:stretch>
            <a:fillRect/>
          </a:stretch>
        </p:blipFill>
        <p:spPr>
          <a:xfrm>
            <a:off x="807164" y="1400419"/>
            <a:ext cx="7567316" cy="3582955"/>
          </a:xfrm>
          <a:prstGeom prst="rect">
            <a:avLst/>
          </a:prstGeom>
        </p:spPr>
      </p:pic>
      <p:sp>
        <p:nvSpPr>
          <p:cNvPr id="6" name="Text Placeholder 1">
            <a:extLst>
              <a:ext uri="{FF2B5EF4-FFF2-40B4-BE49-F238E27FC236}">
                <a16:creationId xmlns:a16="http://schemas.microsoft.com/office/drawing/2014/main" id="{823B4E1D-6F60-39EF-B4AC-16F8BA54C094}"/>
              </a:ext>
            </a:extLst>
          </p:cNvPr>
          <p:cNvSpPr txBox="1">
            <a:spLocks/>
          </p:cNvSpPr>
          <p:nvPr/>
        </p:nvSpPr>
        <p:spPr>
          <a:xfrm>
            <a:off x="517337" y="5249282"/>
            <a:ext cx="8393398" cy="1238129"/>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IN" sz="1800" dirty="0"/>
              <a:t>Profit is heavily right-skewed and </a:t>
            </a:r>
            <a:r>
              <a:rPr lang="en-IN" sz="1800" dirty="0" err="1"/>
              <a:t>centered</a:t>
            </a:r>
            <a:r>
              <a:rPr lang="en-IN" sz="1800" dirty="0"/>
              <a:t> near ₹0  most farms cluster in a tight band around break-even (some slightly negative, some slightly positive), with a long tail of high-profit outliers stretching out to ₹4 million.</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animEffect transition="in" filter="fade">
                                      <p:cBhvr>
                                        <p:cTn id="35" dur="1000"/>
                                        <p:tgtEl>
                                          <p:spTgt spid="6">
                                            <p:txEl>
                                              <p:pRg st="0" end="0"/>
                                            </p:txEl>
                                          </p:spTgt>
                                        </p:tgtEl>
                                      </p:cBhvr>
                                    </p:animEffect>
                                    <p:anim calcmode="lin" valueType="num">
                                      <p:cBhvr>
                                        <p:cTn id="3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889085"/>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a:extLst>
              <a:ext uri="{FF2B5EF4-FFF2-40B4-BE49-F238E27FC236}">
                <a16:creationId xmlns:a16="http://schemas.microsoft.com/office/drawing/2014/main" id="{2F7FD89E-7D65-DE75-0363-2DB7D956B5F5}"/>
              </a:ext>
            </a:extLst>
          </p:cNvPr>
          <p:cNvSpPr>
            <a:spLocks noGrp="1"/>
          </p:cNvSpPr>
          <p:nvPr>
            <p:ph type="body" sz="quarter" idx="12"/>
          </p:nvPr>
        </p:nvSpPr>
        <p:spPr>
          <a:xfrm>
            <a:off x="582651" y="2015233"/>
            <a:ext cx="8300092" cy="4730799"/>
          </a:xfrm>
        </p:spPr>
        <p:txBody>
          <a:bodyPr vert="horz" lIns="91440" tIns="45720" rIns="91440" bIns="45720" rtlCol="0" anchor="t">
            <a:normAutofit fontScale="40000" lnSpcReduction="20000"/>
          </a:bodyPr>
          <a:lstStyle/>
          <a:p>
            <a:pPr lvl="0" algn="just"/>
            <a:r>
              <a:rPr lang="en-IN" sz="4000" dirty="0"/>
              <a:t>Extend the dataset to multiple years to validate whether seasonal patterns hold consistently over time and under changing climate conditions</a:t>
            </a:r>
          </a:p>
          <a:p>
            <a:pPr lvl="0" algn="just"/>
            <a:r>
              <a:rPr lang="en-IN" sz="4000" dirty="0"/>
              <a:t>Expand geographic coverage beyond the current 8 states for broader national-level applicability</a:t>
            </a:r>
          </a:p>
          <a:p>
            <a:pPr lvl="0" algn="just"/>
            <a:r>
              <a:rPr lang="en-IN" sz="4000" dirty="0"/>
              <a:t>Incorporate machine learning models (e.g., yield or profit prediction) as a natural next step beyond this analytics-only scope</a:t>
            </a:r>
          </a:p>
          <a:p>
            <a:pPr lvl="0" algn="just"/>
            <a:r>
              <a:rPr lang="en-IN" sz="4000" dirty="0"/>
              <a:t>Build an interactive dashboard for real-time seasonal monitoring and decision support for farmers and policymakers</a:t>
            </a:r>
          </a:p>
          <a:p>
            <a:pPr lvl="0" algn="just"/>
            <a:r>
              <a:rPr lang="en-IN" sz="4000" dirty="0"/>
              <a:t>Investigate causal factors behind key findings for example why Zaid's water efficiency lags, or what drives </a:t>
            </a:r>
            <a:r>
              <a:rPr lang="en-IN" sz="4000" dirty="0" err="1"/>
              <a:t>Kharif's</a:t>
            </a:r>
            <a:r>
              <a:rPr lang="en-IN" sz="4000" dirty="0"/>
              <a:t> elevated disease or pest risk through targeted field studies</a:t>
            </a:r>
          </a:p>
          <a:p>
            <a:pPr lvl="0" algn="just"/>
            <a:r>
              <a:rPr lang="en-IN" sz="4000" dirty="0"/>
              <a:t>Integrate real-time weather and market price data to make recommendations more dynamic and responsive</a:t>
            </a:r>
          </a:p>
          <a:p>
            <a:pPr lvl="0" algn="just"/>
            <a:r>
              <a:rPr lang="en-IN" sz="4000" dirty="0"/>
              <a:t>Study cost-efficiency interventions (e.g., drip irrigation adoption in Zaid) with before/after impact analysis</a:t>
            </a:r>
          </a:p>
          <a:p>
            <a:pPr lvl="0" algn="just"/>
            <a:r>
              <a:rPr lang="en-IN" sz="4000" dirty="0"/>
              <a:t>Extend the seed-quality investigation using more detailed seed attributes, since the current single score showed no measurable effect</a:t>
            </a:r>
          </a:p>
          <a:p>
            <a:pPr>
              <a:lnSpc>
                <a:spcPct val="100000"/>
              </a:lnSpc>
            </a:pPr>
            <a:endParaRPr lang="en-IN" sz="28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fade">
                                      <p:cBhvr>
                                        <p:cTn id="21" dur="1000"/>
                                        <p:tgtEl>
                                          <p:spTgt spid="2">
                                            <p:txEl>
                                              <p:pRg st="0" end="0"/>
                                            </p:txEl>
                                          </p:spTgt>
                                        </p:tgtEl>
                                      </p:cBhvr>
                                    </p:animEffect>
                                    <p:anim calcmode="lin" valueType="num">
                                      <p:cBhvr>
                                        <p:cTn id="22"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1" end="1"/>
                                            </p:txEl>
                                          </p:spTgt>
                                        </p:tgtEl>
                                        <p:attrNameLst>
                                          <p:attrName>style.visibility</p:attrName>
                                        </p:attrNameLst>
                                      </p:cBhvr>
                                      <p:to>
                                        <p:strVal val="visible"/>
                                      </p:to>
                                    </p:set>
                                    <p:animEffect transition="in" filter="fade">
                                      <p:cBhvr>
                                        <p:cTn id="28" dur="1000"/>
                                        <p:tgtEl>
                                          <p:spTgt spid="2">
                                            <p:txEl>
                                              <p:pRg st="1" end="1"/>
                                            </p:txEl>
                                          </p:spTgt>
                                        </p:tgtEl>
                                      </p:cBhvr>
                                    </p:animEffect>
                                    <p:anim calcmode="lin" valueType="num">
                                      <p:cBhvr>
                                        <p:cTn id="29"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animEffect transition="in" filter="fade">
                                      <p:cBhvr>
                                        <p:cTn id="35" dur="1000"/>
                                        <p:tgtEl>
                                          <p:spTgt spid="2">
                                            <p:txEl>
                                              <p:pRg st="2" end="2"/>
                                            </p:txEl>
                                          </p:spTgt>
                                        </p:tgtEl>
                                      </p:cBhvr>
                                    </p:animEffect>
                                    <p:anim calcmode="lin" valueType="num">
                                      <p:cBhvr>
                                        <p:cTn id="36"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3" end="3"/>
                                            </p:txEl>
                                          </p:spTgt>
                                        </p:tgtEl>
                                        <p:attrNameLst>
                                          <p:attrName>style.visibility</p:attrName>
                                        </p:attrNameLst>
                                      </p:cBhvr>
                                      <p:to>
                                        <p:strVal val="visible"/>
                                      </p:to>
                                    </p:set>
                                    <p:animEffect transition="in" filter="fade">
                                      <p:cBhvr>
                                        <p:cTn id="42" dur="1000"/>
                                        <p:tgtEl>
                                          <p:spTgt spid="2">
                                            <p:txEl>
                                              <p:pRg st="3" end="3"/>
                                            </p:txEl>
                                          </p:spTgt>
                                        </p:tgtEl>
                                      </p:cBhvr>
                                    </p:animEffect>
                                    <p:anim calcmode="lin" valueType="num">
                                      <p:cBhvr>
                                        <p:cTn id="4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4" end="4"/>
                                            </p:txEl>
                                          </p:spTgt>
                                        </p:tgtEl>
                                        <p:attrNameLst>
                                          <p:attrName>style.visibility</p:attrName>
                                        </p:attrNameLst>
                                      </p:cBhvr>
                                      <p:to>
                                        <p:strVal val="visible"/>
                                      </p:to>
                                    </p:set>
                                    <p:animEffect transition="in" filter="fade">
                                      <p:cBhvr>
                                        <p:cTn id="49" dur="1000"/>
                                        <p:tgtEl>
                                          <p:spTgt spid="2">
                                            <p:txEl>
                                              <p:pRg st="4" end="4"/>
                                            </p:txEl>
                                          </p:spTgt>
                                        </p:tgtEl>
                                      </p:cBhvr>
                                    </p:animEffect>
                                    <p:anim calcmode="lin" valueType="num">
                                      <p:cBhvr>
                                        <p:cTn id="50"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5" end="5"/>
                                            </p:txEl>
                                          </p:spTgt>
                                        </p:tgtEl>
                                        <p:attrNameLst>
                                          <p:attrName>style.visibility</p:attrName>
                                        </p:attrNameLst>
                                      </p:cBhvr>
                                      <p:to>
                                        <p:strVal val="visible"/>
                                      </p:to>
                                    </p:set>
                                    <p:animEffect transition="in" filter="fade">
                                      <p:cBhvr>
                                        <p:cTn id="56" dur="1000"/>
                                        <p:tgtEl>
                                          <p:spTgt spid="2">
                                            <p:txEl>
                                              <p:pRg st="5" end="5"/>
                                            </p:txEl>
                                          </p:spTgt>
                                        </p:tgtEl>
                                      </p:cBhvr>
                                    </p:animEffect>
                                    <p:anim calcmode="lin" valueType="num">
                                      <p:cBhvr>
                                        <p:cTn id="57"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6" end="6"/>
                                            </p:txEl>
                                          </p:spTgt>
                                        </p:tgtEl>
                                        <p:attrNameLst>
                                          <p:attrName>style.visibility</p:attrName>
                                        </p:attrNameLst>
                                      </p:cBhvr>
                                      <p:to>
                                        <p:strVal val="visible"/>
                                      </p:to>
                                    </p:set>
                                    <p:animEffect transition="in" filter="fade">
                                      <p:cBhvr>
                                        <p:cTn id="63" dur="1000"/>
                                        <p:tgtEl>
                                          <p:spTgt spid="2">
                                            <p:txEl>
                                              <p:pRg st="6" end="6"/>
                                            </p:txEl>
                                          </p:spTgt>
                                        </p:tgtEl>
                                      </p:cBhvr>
                                    </p:animEffect>
                                    <p:anim calcmode="lin" valueType="num">
                                      <p:cBhvr>
                                        <p:cTn id="64"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7" end="7"/>
                                            </p:txEl>
                                          </p:spTgt>
                                        </p:tgtEl>
                                        <p:attrNameLst>
                                          <p:attrName>style.visibility</p:attrName>
                                        </p:attrNameLst>
                                      </p:cBhvr>
                                      <p:to>
                                        <p:strVal val="visible"/>
                                      </p:to>
                                    </p:set>
                                    <p:animEffect transition="in" filter="fade">
                                      <p:cBhvr>
                                        <p:cTn id="70" dur="1000"/>
                                        <p:tgtEl>
                                          <p:spTgt spid="2">
                                            <p:txEl>
                                              <p:pRg st="7" end="7"/>
                                            </p:txEl>
                                          </p:spTgt>
                                        </p:tgtEl>
                                      </p:cBhvr>
                                    </p:animEffect>
                                    <p:anim calcmode="lin" valueType="num">
                                      <p:cBhvr>
                                        <p:cTn id="71"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1282447" y="2782669"/>
            <a:ext cx="7232875" cy="646331"/>
          </a:xfrm>
          <a:prstGeom prst="rect">
            <a:avLst/>
          </a:prstGeom>
          <a:noFill/>
        </p:spPr>
        <p:txBody>
          <a:bodyPr wrap="square">
            <a:spAutoFit/>
          </a:bodyPr>
          <a:lstStyle/>
          <a:p>
            <a:r>
              <a:rPr lang="en-US"/>
              <a:t>https://github</a:t>
            </a:r>
            <a:r>
              <a:rPr lang="en-US" dirty="0"/>
              <a:t>.com/keerthireddy8/Seasonal-Agriculture-Performance-Analysis.git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4" name="Picture 13">
            <a:extLst>
              <a:ext uri="{FF2B5EF4-FFF2-40B4-BE49-F238E27FC236}">
                <a16:creationId xmlns:a16="http://schemas.microsoft.com/office/drawing/2014/main" id="{9AE680C1-1C28-275F-C0F9-A4FEAEDB3FC0}"/>
              </a:ext>
            </a:extLst>
          </p:cNvPr>
          <p:cNvPicPr>
            <a:picLocks noChangeAspect="1"/>
          </p:cNvPicPr>
          <p:nvPr/>
        </p:nvPicPr>
        <p:blipFill>
          <a:blip r:embed="rId3"/>
          <a:stretch>
            <a:fillRect/>
          </a:stretch>
        </p:blipFill>
        <p:spPr>
          <a:xfrm>
            <a:off x="567033" y="1376545"/>
            <a:ext cx="9780617" cy="540971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1439</TotalTime>
  <Words>862</Words>
  <Application>Microsoft Office PowerPoint</Application>
  <PresentationFormat>Widescreen</PresentationFormat>
  <Paragraphs>60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Keerthi Reddy S</cp:lastModifiedBy>
  <cp:revision>103</cp:revision>
  <dcterms:created xsi:type="dcterms:W3CDTF">2021-07-11T13:13:15Z</dcterms:created>
  <dcterms:modified xsi:type="dcterms:W3CDTF">2026-09-15T13:49:30Z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